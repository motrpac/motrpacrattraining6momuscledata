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58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BBF5E28-1E4B-4074-90C3-44EBC12DB535}">
          <p14:sldIdLst>
            <p14:sldId id="256"/>
          </p14:sldIdLst>
        </p14:section>
        <p14:section name="Female" id="{5EAA05F2-7535-43F6-BA92-E640697A2496}">
          <p14:sldIdLst>
            <p14:sldId id="257"/>
            <p14:sldId id="259"/>
            <p14:sldId id="261"/>
          </p14:sldIdLst>
        </p14:section>
        <p14:section name="Male" id="{9418EF9A-AB96-4924-8D9A-AB2A0359D7AD}">
          <p14:sldIdLst>
            <p14:sldId id="258"/>
            <p14:sldId id="260"/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758526-CE9B-4495-A4FD-AF522DFF5FD6}" v="27" dt="2024-08-29T00:26:47.9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8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gendorf, Tyler J" userId="925fea43-efae-49bd-902b-2d89bd732293" providerId="ADAL" clId="{FB758526-CE9B-4495-A4FD-AF522DFF5FD6}"/>
    <pc:docChg chg="custSel addSld delSld modSld sldOrd addSection delSection modSection">
      <pc:chgData name="Sagendorf, Tyler J" userId="925fea43-efae-49bd-902b-2d89bd732293" providerId="ADAL" clId="{FB758526-CE9B-4495-A4FD-AF522DFF5FD6}" dt="2024-08-29T00:26:58.704" v="444" actId="1076"/>
      <pc:docMkLst>
        <pc:docMk/>
      </pc:docMkLst>
      <pc:sldChg chg="modSp new mod">
        <pc:chgData name="Sagendorf, Tyler J" userId="925fea43-efae-49bd-902b-2d89bd732293" providerId="ADAL" clId="{FB758526-CE9B-4495-A4FD-AF522DFF5FD6}" dt="2024-08-28T23:48:00.338" v="430" actId="20577"/>
        <pc:sldMkLst>
          <pc:docMk/>
          <pc:sldMk cId="3330456251" sldId="256"/>
        </pc:sldMkLst>
        <pc:spChg chg="mod">
          <ac:chgData name="Sagendorf, Tyler J" userId="925fea43-efae-49bd-902b-2d89bd732293" providerId="ADAL" clId="{FB758526-CE9B-4495-A4FD-AF522DFF5FD6}" dt="2024-08-28T23:48:00.338" v="430" actId="20577"/>
          <ac:spMkLst>
            <pc:docMk/>
            <pc:sldMk cId="3330456251" sldId="256"/>
            <ac:spMk id="2" creationId="{B412858C-80F5-7DEE-490F-8FDA98FC6FFB}"/>
          </ac:spMkLst>
        </pc:spChg>
        <pc:spChg chg="mod">
          <ac:chgData name="Sagendorf, Tyler J" userId="925fea43-efae-49bd-902b-2d89bd732293" providerId="ADAL" clId="{FB758526-CE9B-4495-A4FD-AF522DFF5FD6}" dt="2024-08-28T23:43:26.284" v="212" actId="20577"/>
          <ac:spMkLst>
            <pc:docMk/>
            <pc:sldMk cId="3330456251" sldId="256"/>
            <ac:spMk id="3" creationId="{6A73326E-240A-BCC1-2EA2-CDF8EDD72747}"/>
          </ac:spMkLst>
        </pc:spChg>
      </pc:sldChg>
      <pc:sldChg chg="addSp delSp modSp new mod modClrScheme chgLayout">
        <pc:chgData name="Sagendorf, Tyler J" userId="925fea43-efae-49bd-902b-2d89bd732293" providerId="ADAL" clId="{FB758526-CE9B-4495-A4FD-AF522DFF5FD6}" dt="2024-08-29T00:26:02.577" v="437" actId="14826"/>
        <pc:sldMkLst>
          <pc:docMk/>
          <pc:sldMk cId="2561510824" sldId="257"/>
        </pc:sldMkLst>
        <pc:spChg chg="del mod">
          <ac:chgData name="Sagendorf, Tyler J" userId="925fea43-efae-49bd-902b-2d89bd732293" providerId="ADAL" clId="{FB758526-CE9B-4495-A4FD-AF522DFF5FD6}" dt="2024-08-28T23:39:33.525" v="127" actId="478"/>
          <ac:spMkLst>
            <pc:docMk/>
            <pc:sldMk cId="2561510824" sldId="257"/>
            <ac:spMk id="2" creationId="{DAC995BD-2DB4-DAE0-B229-FF2D68A6DE7E}"/>
          </ac:spMkLst>
        </pc:spChg>
        <pc:spChg chg="del">
          <ac:chgData name="Sagendorf, Tyler J" userId="925fea43-efae-49bd-902b-2d89bd732293" providerId="ADAL" clId="{FB758526-CE9B-4495-A4FD-AF522DFF5FD6}" dt="2024-08-28T23:37:26.812" v="109" actId="931"/>
          <ac:spMkLst>
            <pc:docMk/>
            <pc:sldMk cId="2561510824" sldId="257"/>
            <ac:spMk id="3" creationId="{F4416A97-9D0D-84AA-D1E0-18FD8F563075}"/>
          </ac:spMkLst>
        </pc:spChg>
        <pc:spChg chg="add del mod">
          <ac:chgData name="Sagendorf, Tyler J" userId="925fea43-efae-49bd-902b-2d89bd732293" providerId="ADAL" clId="{FB758526-CE9B-4495-A4FD-AF522DFF5FD6}" dt="2024-08-28T23:39:39.657" v="128" actId="700"/>
          <ac:spMkLst>
            <pc:docMk/>
            <pc:sldMk cId="2561510824" sldId="257"/>
            <ac:spMk id="11" creationId="{A0363B30-8501-6FF2-8CC2-7156C69AFDD5}"/>
          </ac:spMkLst>
        </pc:spChg>
        <pc:spChg chg="add mod ord">
          <ac:chgData name="Sagendorf, Tyler J" userId="925fea43-efae-49bd-902b-2d89bd732293" providerId="ADAL" clId="{FB758526-CE9B-4495-A4FD-AF522DFF5FD6}" dt="2024-08-28T23:43:51.243" v="244" actId="14100"/>
          <ac:spMkLst>
            <pc:docMk/>
            <pc:sldMk cId="2561510824" sldId="257"/>
            <ac:spMk id="12" creationId="{9DA50A11-48A0-49D1-CD52-63C25F32A84B}"/>
          </ac:spMkLst>
        </pc:spChg>
        <pc:picChg chg="add mod ord">
          <ac:chgData name="Sagendorf, Tyler J" userId="925fea43-efae-49bd-902b-2d89bd732293" providerId="ADAL" clId="{FB758526-CE9B-4495-A4FD-AF522DFF5FD6}" dt="2024-08-29T00:26:02.577" v="437" actId="14826"/>
          <ac:picMkLst>
            <pc:docMk/>
            <pc:sldMk cId="2561510824" sldId="257"/>
            <ac:picMk id="5" creationId="{F32003AC-116B-CEEB-795B-89D1FCAE27B6}"/>
          </ac:picMkLst>
        </pc:picChg>
        <pc:picChg chg="add del mod">
          <ac:chgData name="Sagendorf, Tyler J" userId="925fea43-efae-49bd-902b-2d89bd732293" providerId="ADAL" clId="{FB758526-CE9B-4495-A4FD-AF522DFF5FD6}" dt="2024-08-28T23:37:34.805" v="116" actId="478"/>
          <ac:picMkLst>
            <pc:docMk/>
            <pc:sldMk cId="2561510824" sldId="257"/>
            <ac:picMk id="7" creationId="{45093AC8-CA1B-9CAF-6505-18A0CF9649B5}"/>
          </ac:picMkLst>
        </pc:picChg>
        <pc:picChg chg="add mod">
          <ac:chgData name="Sagendorf, Tyler J" userId="925fea43-efae-49bd-902b-2d89bd732293" providerId="ADAL" clId="{FB758526-CE9B-4495-A4FD-AF522DFF5FD6}" dt="2024-08-28T23:43:56.343" v="263" actId="1035"/>
          <ac:picMkLst>
            <pc:docMk/>
            <pc:sldMk cId="2561510824" sldId="257"/>
            <ac:picMk id="9" creationId="{1B2AC76C-C341-ED0B-7B56-F95773FB8DCD}"/>
          </ac:picMkLst>
        </pc:picChg>
      </pc:sldChg>
      <pc:sldChg chg="addSp delSp modSp add mod">
        <pc:chgData name="Sagendorf, Tyler J" userId="925fea43-efae-49bd-902b-2d89bd732293" providerId="ADAL" clId="{FB758526-CE9B-4495-A4FD-AF522DFF5FD6}" dt="2024-08-29T00:26:29.865" v="440" actId="14826"/>
        <pc:sldMkLst>
          <pc:docMk/>
          <pc:sldMk cId="1380276131" sldId="258"/>
        </pc:sldMkLst>
        <pc:spChg chg="add mod">
          <ac:chgData name="Sagendorf, Tyler J" userId="925fea43-efae-49bd-902b-2d89bd732293" providerId="ADAL" clId="{FB758526-CE9B-4495-A4FD-AF522DFF5FD6}" dt="2024-08-28T23:44:00.761" v="264"/>
          <ac:spMkLst>
            <pc:docMk/>
            <pc:sldMk cId="1380276131" sldId="258"/>
            <ac:spMk id="4" creationId="{277232D9-4DE3-F3E9-2E78-466AE0D39CA6}"/>
          </ac:spMkLst>
        </pc:spChg>
        <pc:picChg chg="add mod">
          <ac:chgData name="Sagendorf, Tyler J" userId="925fea43-efae-49bd-902b-2d89bd732293" providerId="ADAL" clId="{FB758526-CE9B-4495-A4FD-AF522DFF5FD6}" dt="2024-08-29T00:26:29.865" v="440" actId="14826"/>
          <ac:picMkLst>
            <pc:docMk/>
            <pc:sldMk cId="1380276131" sldId="258"/>
            <ac:picMk id="3" creationId="{2ED581E7-8426-8EBF-6A85-DD4DC3E783E6}"/>
          </ac:picMkLst>
        </pc:picChg>
        <pc:picChg chg="del">
          <ac:chgData name="Sagendorf, Tyler J" userId="925fea43-efae-49bd-902b-2d89bd732293" providerId="ADAL" clId="{FB758526-CE9B-4495-A4FD-AF522DFF5FD6}" dt="2024-08-28T23:39:58.268" v="152" actId="478"/>
          <ac:picMkLst>
            <pc:docMk/>
            <pc:sldMk cId="1380276131" sldId="258"/>
            <ac:picMk id="5" creationId="{F32003AC-116B-CEEB-795B-89D1FCAE27B6}"/>
          </ac:picMkLst>
        </pc:picChg>
        <pc:picChg chg="mod">
          <ac:chgData name="Sagendorf, Tyler J" userId="925fea43-efae-49bd-902b-2d89bd732293" providerId="ADAL" clId="{FB758526-CE9B-4495-A4FD-AF522DFF5FD6}" dt="2024-08-28T23:44:52.033" v="382" actId="1036"/>
          <ac:picMkLst>
            <pc:docMk/>
            <pc:sldMk cId="1380276131" sldId="258"/>
            <ac:picMk id="9" creationId="{1B2AC76C-C341-ED0B-7B56-F95773FB8DCD}"/>
          </ac:picMkLst>
        </pc:picChg>
      </pc:sldChg>
      <pc:sldChg chg="addSp delSp modSp add mod ord">
        <pc:chgData name="Sagendorf, Tyler J" userId="925fea43-efae-49bd-902b-2d89bd732293" providerId="ADAL" clId="{FB758526-CE9B-4495-A4FD-AF522DFF5FD6}" dt="2024-08-29T00:26:12.052" v="438" actId="14826"/>
        <pc:sldMkLst>
          <pc:docMk/>
          <pc:sldMk cId="3716312009" sldId="259"/>
        </pc:sldMkLst>
        <pc:spChg chg="add mod">
          <ac:chgData name="Sagendorf, Tyler J" userId="925fea43-efae-49bd-902b-2d89bd732293" providerId="ADAL" clId="{FB758526-CE9B-4495-A4FD-AF522DFF5FD6}" dt="2024-08-28T23:44:06.333" v="277" actId="20577"/>
          <ac:spMkLst>
            <pc:docMk/>
            <pc:sldMk cId="3716312009" sldId="259"/>
            <ac:spMk id="4" creationId="{071E1538-B3E0-A4D9-82A8-4C9A44C15EBF}"/>
          </ac:spMkLst>
        </pc:spChg>
        <pc:picChg chg="add mod">
          <ac:chgData name="Sagendorf, Tyler J" userId="925fea43-efae-49bd-902b-2d89bd732293" providerId="ADAL" clId="{FB758526-CE9B-4495-A4FD-AF522DFF5FD6}" dt="2024-08-29T00:26:12.052" v="438" actId="14826"/>
          <ac:picMkLst>
            <pc:docMk/>
            <pc:sldMk cId="3716312009" sldId="259"/>
            <ac:picMk id="3" creationId="{39D8E868-E252-3568-B476-E708274024CC}"/>
          </ac:picMkLst>
        </pc:picChg>
        <pc:picChg chg="del">
          <ac:chgData name="Sagendorf, Tyler J" userId="925fea43-efae-49bd-902b-2d89bd732293" providerId="ADAL" clId="{FB758526-CE9B-4495-A4FD-AF522DFF5FD6}" dt="2024-08-28T23:41:02.561" v="179" actId="478"/>
          <ac:picMkLst>
            <pc:docMk/>
            <pc:sldMk cId="3716312009" sldId="259"/>
            <ac:picMk id="5" creationId="{F32003AC-116B-CEEB-795B-89D1FCAE27B6}"/>
          </ac:picMkLst>
        </pc:picChg>
        <pc:picChg chg="mod">
          <ac:chgData name="Sagendorf, Tyler J" userId="925fea43-efae-49bd-902b-2d89bd732293" providerId="ADAL" clId="{FB758526-CE9B-4495-A4FD-AF522DFF5FD6}" dt="2024-08-28T23:44:45.751" v="364" actId="1036"/>
          <ac:picMkLst>
            <pc:docMk/>
            <pc:sldMk cId="3716312009" sldId="259"/>
            <ac:picMk id="9" creationId="{1B2AC76C-C341-ED0B-7B56-F95773FB8DCD}"/>
          </ac:picMkLst>
        </pc:picChg>
      </pc:sldChg>
      <pc:sldChg chg="addSp delSp modSp add mod ord">
        <pc:chgData name="Sagendorf, Tyler J" userId="925fea43-efae-49bd-902b-2d89bd732293" providerId="ADAL" clId="{FB758526-CE9B-4495-A4FD-AF522DFF5FD6}" dt="2024-08-29T00:26:37.926" v="441" actId="14826"/>
        <pc:sldMkLst>
          <pc:docMk/>
          <pc:sldMk cId="2373736127" sldId="260"/>
        </pc:sldMkLst>
        <pc:spChg chg="add mod">
          <ac:chgData name="Sagendorf, Tyler J" userId="925fea43-efae-49bd-902b-2d89bd732293" providerId="ADAL" clId="{FB758526-CE9B-4495-A4FD-AF522DFF5FD6}" dt="2024-08-28T23:44:11.405" v="282" actId="20577"/>
          <ac:spMkLst>
            <pc:docMk/>
            <pc:sldMk cId="2373736127" sldId="260"/>
            <ac:spMk id="5" creationId="{2F3FEC0A-2CA3-81F6-5F6D-E31555DFD29C}"/>
          </ac:spMkLst>
        </pc:spChg>
        <pc:picChg chg="del">
          <ac:chgData name="Sagendorf, Tyler J" userId="925fea43-efae-49bd-902b-2d89bd732293" providerId="ADAL" clId="{FB758526-CE9B-4495-A4FD-AF522DFF5FD6}" dt="2024-08-28T23:41:38.628" v="188" actId="478"/>
          <ac:picMkLst>
            <pc:docMk/>
            <pc:sldMk cId="2373736127" sldId="260"/>
            <ac:picMk id="3" creationId="{2ED581E7-8426-8EBF-6A85-DD4DC3E783E6}"/>
          </ac:picMkLst>
        </pc:picChg>
        <pc:picChg chg="add mod">
          <ac:chgData name="Sagendorf, Tyler J" userId="925fea43-efae-49bd-902b-2d89bd732293" providerId="ADAL" clId="{FB758526-CE9B-4495-A4FD-AF522DFF5FD6}" dt="2024-08-29T00:26:37.926" v="441" actId="14826"/>
          <ac:picMkLst>
            <pc:docMk/>
            <pc:sldMk cId="2373736127" sldId="260"/>
            <ac:picMk id="4" creationId="{456E6B32-91D9-7E02-0666-DAB7AD3D2198}"/>
          </ac:picMkLst>
        </pc:picChg>
        <pc:picChg chg="mod">
          <ac:chgData name="Sagendorf, Tyler J" userId="925fea43-efae-49bd-902b-2d89bd732293" providerId="ADAL" clId="{FB758526-CE9B-4495-A4FD-AF522DFF5FD6}" dt="2024-08-28T23:44:38.616" v="347" actId="1036"/>
          <ac:picMkLst>
            <pc:docMk/>
            <pc:sldMk cId="2373736127" sldId="260"/>
            <ac:picMk id="9" creationId="{1B2AC76C-C341-ED0B-7B56-F95773FB8DCD}"/>
          </ac:picMkLst>
        </pc:picChg>
      </pc:sldChg>
      <pc:sldChg chg="addSp delSp modSp add mod ord">
        <pc:chgData name="Sagendorf, Tyler J" userId="925fea43-efae-49bd-902b-2d89bd732293" providerId="ADAL" clId="{FB758526-CE9B-4495-A4FD-AF522DFF5FD6}" dt="2024-08-29T00:26:19.699" v="439" actId="14826"/>
        <pc:sldMkLst>
          <pc:docMk/>
          <pc:sldMk cId="3896643829" sldId="261"/>
        </pc:sldMkLst>
        <pc:spChg chg="add mod">
          <ac:chgData name="Sagendorf, Tyler J" userId="925fea43-efae-49bd-902b-2d89bd732293" providerId="ADAL" clId="{FB758526-CE9B-4495-A4FD-AF522DFF5FD6}" dt="2024-08-28T23:44:16.500" v="288" actId="20577"/>
          <ac:spMkLst>
            <pc:docMk/>
            <pc:sldMk cId="3896643829" sldId="261"/>
            <ac:spMk id="5" creationId="{12086025-45DC-7E57-1677-E3E60C48EC4B}"/>
          </ac:spMkLst>
        </pc:spChg>
        <pc:picChg chg="del">
          <ac:chgData name="Sagendorf, Tyler J" userId="925fea43-efae-49bd-902b-2d89bd732293" providerId="ADAL" clId="{FB758526-CE9B-4495-A4FD-AF522DFF5FD6}" dt="2024-08-28T23:42:20.051" v="196" actId="478"/>
          <ac:picMkLst>
            <pc:docMk/>
            <pc:sldMk cId="3896643829" sldId="261"/>
            <ac:picMk id="3" creationId="{39D8E868-E252-3568-B476-E708274024CC}"/>
          </ac:picMkLst>
        </pc:picChg>
        <pc:picChg chg="add mod">
          <ac:chgData name="Sagendorf, Tyler J" userId="925fea43-efae-49bd-902b-2d89bd732293" providerId="ADAL" clId="{FB758526-CE9B-4495-A4FD-AF522DFF5FD6}" dt="2024-08-29T00:26:19.699" v="439" actId="14826"/>
          <ac:picMkLst>
            <pc:docMk/>
            <pc:sldMk cId="3896643829" sldId="261"/>
            <ac:picMk id="4" creationId="{9CF22017-BD7A-3059-4DEA-21ABCDA211E3}"/>
          </ac:picMkLst>
        </pc:picChg>
        <pc:picChg chg="mod">
          <ac:chgData name="Sagendorf, Tyler J" userId="925fea43-efae-49bd-902b-2d89bd732293" providerId="ADAL" clId="{FB758526-CE9B-4495-A4FD-AF522DFF5FD6}" dt="2024-08-28T23:44:31.397" v="328" actId="1036"/>
          <ac:picMkLst>
            <pc:docMk/>
            <pc:sldMk cId="3896643829" sldId="261"/>
            <ac:picMk id="9" creationId="{1B2AC76C-C341-ED0B-7B56-F95773FB8DCD}"/>
          </ac:picMkLst>
        </pc:picChg>
      </pc:sldChg>
      <pc:sldChg chg="addSp delSp modSp add mod ord">
        <pc:chgData name="Sagendorf, Tyler J" userId="925fea43-efae-49bd-902b-2d89bd732293" providerId="ADAL" clId="{FB758526-CE9B-4495-A4FD-AF522DFF5FD6}" dt="2024-08-29T00:26:58.704" v="444" actId="1076"/>
        <pc:sldMkLst>
          <pc:docMk/>
          <pc:sldMk cId="3383733063" sldId="262"/>
        </pc:sldMkLst>
        <pc:spChg chg="add mod">
          <ac:chgData name="Sagendorf, Tyler J" userId="925fea43-efae-49bd-902b-2d89bd732293" providerId="ADAL" clId="{FB758526-CE9B-4495-A4FD-AF522DFF5FD6}" dt="2024-08-28T23:44:21.892" v="294" actId="20577"/>
          <ac:spMkLst>
            <pc:docMk/>
            <pc:sldMk cId="3383733063" sldId="262"/>
            <ac:spMk id="5" creationId="{2DDE284F-214D-64F7-CACB-2BDB82A777B1}"/>
          </ac:spMkLst>
        </pc:spChg>
        <pc:picChg chg="add mod">
          <ac:chgData name="Sagendorf, Tyler J" userId="925fea43-efae-49bd-902b-2d89bd732293" providerId="ADAL" clId="{FB758526-CE9B-4495-A4FD-AF522DFF5FD6}" dt="2024-08-29T00:26:58.704" v="444" actId="1076"/>
          <ac:picMkLst>
            <pc:docMk/>
            <pc:sldMk cId="3383733063" sldId="262"/>
            <ac:picMk id="3" creationId="{98532E33-A550-8905-3C94-71B41F76EE02}"/>
          </ac:picMkLst>
        </pc:picChg>
        <pc:picChg chg="del">
          <ac:chgData name="Sagendorf, Tyler J" userId="925fea43-efae-49bd-902b-2d89bd732293" providerId="ADAL" clId="{FB758526-CE9B-4495-A4FD-AF522DFF5FD6}" dt="2024-08-28T23:42:22.131" v="197" actId="478"/>
          <ac:picMkLst>
            <pc:docMk/>
            <pc:sldMk cId="3383733063" sldId="262"/>
            <ac:picMk id="4" creationId="{456E6B32-91D9-7E02-0666-DAB7AD3D2198}"/>
          </ac:picMkLst>
        </pc:picChg>
        <pc:picChg chg="mod">
          <ac:chgData name="Sagendorf, Tyler J" userId="925fea43-efae-49bd-902b-2d89bd732293" providerId="ADAL" clId="{FB758526-CE9B-4495-A4FD-AF522DFF5FD6}" dt="2024-08-28T23:44:25.019" v="310" actId="1036"/>
          <ac:picMkLst>
            <pc:docMk/>
            <pc:sldMk cId="3383733063" sldId="262"/>
            <ac:picMk id="9" creationId="{1B2AC76C-C341-ED0B-7B56-F95773FB8DCD}"/>
          </ac:picMkLst>
        </pc:picChg>
      </pc:sldChg>
      <pc:sldChg chg="new del">
        <pc:chgData name="Sagendorf, Tyler J" userId="925fea43-efae-49bd-902b-2d89bd732293" providerId="ADAL" clId="{FB758526-CE9B-4495-A4FD-AF522DFF5FD6}" dt="2024-08-28T23:46:34.505" v="395" actId="47"/>
        <pc:sldMkLst>
          <pc:docMk/>
          <pc:sldMk cId="1810995585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9E9A4-1AA7-7CBB-FC9A-70873E9FB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6A3B2A-70B7-039B-F6A9-918D87474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B0D82-7174-3CEE-E804-092D1FA58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F279F-C361-47FA-908A-636DE746BBB8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E7705-231F-1229-B54D-BB51DAB13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6B198-B874-BA7B-A895-CEB35F28C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589B-C9C2-4DDA-847E-5F57105B7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83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8E6FA-15A6-CACD-C685-19B73874A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EBC41-0FE2-8A9E-9889-559030B28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B7667-4677-02F5-5123-EC0C1B423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F279F-C361-47FA-908A-636DE746BBB8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5E3E3-2B5B-C87F-CF8D-559529E3D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F9357-C88A-5166-FFCC-A6E170F96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589B-C9C2-4DDA-847E-5F57105B7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1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AA534-744C-32E4-320C-97C4EB727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44AEA-89AD-C5FF-81D3-F23FAF1FE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F44B4-3F67-1A6A-B45D-17DDFC1F3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F279F-C361-47FA-908A-636DE746BBB8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62FDD-A90E-2FC6-0523-5707A3AA5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B1B44-E798-84AE-2AA8-F03273FD1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589B-C9C2-4DDA-847E-5F57105B7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69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87379-A9A6-B678-4E49-EF10AE8C7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92C4B-F2BA-C344-2135-F394302D47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2E148F-9200-30A8-28FD-2FE7DAE3E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9657B-9495-480B-9A3C-9F5249B4A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F279F-C361-47FA-908A-636DE746BBB8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B644-461F-300F-49E1-0386F942D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7D466-32E7-B9BE-CDC8-A4204B2A0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589B-C9C2-4DDA-847E-5F57105B7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537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6E163-69C7-9F89-0D1C-212BB7DC7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75CDC-B4A6-F1D0-16A9-E460E3A36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E87777-D4E5-24AD-3F74-FD73AEDB3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C4070D-B2DB-45CA-A692-6BC9B92476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0CE4E-BB0E-39A2-8DF4-26F00D07C1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F37223-804C-5EB8-C65F-729DBF8DD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F279F-C361-47FA-908A-636DE746BBB8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53E021-4C7B-33DB-9A8A-3A9C3B1E3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0EB307-D966-E606-14F1-854FDC0DE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589B-C9C2-4DDA-847E-5F57105B7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43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E592C-3A27-89CF-1DF5-60D756158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3D1B73-50C4-2512-A00C-4037A9837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F279F-C361-47FA-908A-636DE746BBB8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8B4FCD-6B59-1769-B556-54DC5FE60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70D90C-8585-9E3B-EF37-72CC1810E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589B-C9C2-4DDA-847E-5F57105B7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015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615515-2A7A-DEAE-9C29-6C59DE122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F279F-C361-47FA-908A-636DE746BBB8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27861-EF09-247D-4668-9E8BA65EA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C84F9-CFB6-F6B7-48BE-860577340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589B-C9C2-4DDA-847E-5F57105B7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836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61494-3CCB-214D-CA00-6A8D68FFD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3CF14-A167-1DB5-F5BB-E3A86E35B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D7CB03-AFFF-2F78-5BB4-EA2BE5E75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7AA64-0F05-838B-9C63-529CBACA4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F279F-C361-47FA-908A-636DE746BBB8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27F08B-8C90-B959-70CA-70ECB816B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E1B7E-B974-260D-F9B7-EB61152FC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589B-C9C2-4DDA-847E-5F57105B7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674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E027D-FA86-FDD1-F707-1607AA65C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4149FA-4EDE-C37C-72EB-CCC982C141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080F71-E959-C7D2-0CBD-86D6DAC6E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7B321-854E-39CE-3832-F5C6C43F8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F279F-C361-47FA-908A-636DE746BBB8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133C7-F907-CF6F-B4E2-C321E0676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ED117-2C9F-3628-F29D-BEB1FE06C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589B-C9C2-4DDA-847E-5F57105B7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383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3FE81-9E14-FB03-1A21-FFD63292F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21AEA1-1FB3-032E-9E58-D98892B90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A1FAF-D34E-0ACC-A891-675BD2B5F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F279F-C361-47FA-908A-636DE746BBB8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A20AD-78C4-F350-618A-41DAAFEA6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1B2FD-D04A-AC67-FC30-101571754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589B-C9C2-4DDA-847E-5F57105B7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243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B888AF-B604-9887-BBF7-45C28F59F9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B615E-DAFC-BCFF-C747-A80D11883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D4112-273A-5C08-693E-91667D948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F279F-C361-47FA-908A-636DE746BBB8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F8AFE-58E0-6D93-5284-FD78542C4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E5DE4-9FFB-3A3D-E120-696C6F498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589B-C9C2-4DDA-847E-5F57105B7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31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DE9467-85DE-A675-8654-EB848B094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E994F-5CA1-1EA2-BEC5-EA95227CC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24437-0EA0-ACAE-F2DB-02C729625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F279F-C361-47FA-908A-636DE746BBB8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E7DBA-7967-8D93-71CF-6D1B92CC4E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BFB77-8ABC-9249-6590-8D3A55CEEF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B589B-C9C2-4DDA-847E-5F57105B7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103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2858C-80F5-7DEE-490F-8FDA98FC6F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MoTrPAC PASS1B Gastrocnemius:</a:t>
            </a:r>
            <a:br>
              <a:rPr lang="en-US"/>
            </a:br>
            <a:r>
              <a:rPr lang="en-US"/>
              <a:t>Analysis of C-Means Clusters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3326E-240A-BCC1-2EA2-CDF8EDD727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Tyler Sagendorf</a:t>
            </a:r>
          </a:p>
          <a:p>
            <a:r>
              <a:rPr lang="en-US"/>
              <a:t>2024-08-29</a:t>
            </a:r>
          </a:p>
        </p:txBody>
      </p:sp>
    </p:spTree>
    <p:extLst>
      <p:ext uri="{BB962C8B-B14F-4D97-AF65-F5344CB8AC3E}">
        <p14:creationId xmlns:p14="http://schemas.microsoft.com/office/powerpoint/2010/main" val="3330456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DA50A11-48A0-49D1-CD52-63C25F32A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972"/>
          </a:xfrm>
        </p:spPr>
        <p:txBody>
          <a:bodyPr/>
          <a:lstStyle/>
          <a:p>
            <a:r>
              <a:rPr lang="en-US"/>
              <a:t>TRNSCRPT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2003AC-116B-CEEB-795B-89D1FCAE27B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94250" y="1574585"/>
            <a:ext cx="7397750" cy="4789488"/>
          </a:xfrm>
        </p:spPr>
      </p:pic>
      <p:pic>
        <p:nvPicPr>
          <p:cNvPr id="9" name="Picture 8" descr="Chart&#10;&#10;Description automatically generated">
            <a:extLst>
              <a:ext uri="{FF2B5EF4-FFF2-40B4-BE49-F238E27FC236}">
                <a16:creationId xmlns:a16="http://schemas.microsoft.com/office/drawing/2014/main" id="{1B2AC76C-C341-ED0B-7B56-F95773FB8D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203" y="1575077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510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hart&#10;&#10;Description automatically generated">
            <a:extLst>
              <a:ext uri="{FF2B5EF4-FFF2-40B4-BE49-F238E27FC236}">
                <a16:creationId xmlns:a16="http://schemas.microsoft.com/office/drawing/2014/main" id="{1B2AC76C-C341-ED0B-7B56-F95773FB8D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203" y="1406908"/>
            <a:ext cx="4351338" cy="43513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D8E868-E252-3568-B476-E708274024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94885" y="381000"/>
            <a:ext cx="7597115" cy="6261537"/>
          </a:xfrm>
          <a:prstGeom prst="rect">
            <a:avLst/>
          </a:prstGeom>
        </p:spPr>
      </p:pic>
      <p:sp>
        <p:nvSpPr>
          <p:cNvPr id="4" name="Title 11">
            <a:extLst>
              <a:ext uri="{FF2B5EF4-FFF2-40B4-BE49-F238E27FC236}">
                <a16:creationId xmlns:a16="http://schemas.microsoft.com/office/drawing/2014/main" id="{071E1538-B3E0-A4D9-82A8-4C9A44C15EBF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489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PROT</a:t>
            </a:r>
          </a:p>
        </p:txBody>
      </p:sp>
    </p:spTree>
    <p:extLst>
      <p:ext uri="{BB962C8B-B14F-4D97-AF65-F5344CB8AC3E}">
        <p14:creationId xmlns:p14="http://schemas.microsoft.com/office/powerpoint/2010/main" val="3716312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hart&#10;&#10;Description automatically generated">
            <a:extLst>
              <a:ext uri="{FF2B5EF4-FFF2-40B4-BE49-F238E27FC236}">
                <a16:creationId xmlns:a16="http://schemas.microsoft.com/office/drawing/2014/main" id="{1B2AC76C-C341-ED0B-7B56-F95773FB8D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203" y="1417418"/>
            <a:ext cx="4351338" cy="43513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F22017-BD7A-3059-4DEA-21ABCDA211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61541" y="1017527"/>
            <a:ext cx="7072487" cy="5151118"/>
          </a:xfrm>
          <a:prstGeom prst="rect">
            <a:avLst/>
          </a:prstGeom>
        </p:spPr>
      </p:pic>
      <p:sp>
        <p:nvSpPr>
          <p:cNvPr id="5" name="Title 11">
            <a:extLst>
              <a:ext uri="{FF2B5EF4-FFF2-40B4-BE49-F238E27FC236}">
                <a16:creationId xmlns:a16="http://schemas.microsoft.com/office/drawing/2014/main" id="{12086025-45DC-7E57-1677-E3E60C48EC4B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489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METAB</a:t>
            </a:r>
          </a:p>
        </p:txBody>
      </p:sp>
    </p:spTree>
    <p:extLst>
      <p:ext uri="{BB962C8B-B14F-4D97-AF65-F5344CB8AC3E}">
        <p14:creationId xmlns:p14="http://schemas.microsoft.com/office/powerpoint/2010/main" val="3896643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B2AC76C-C341-ED0B-7B56-F95773FB8D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552" y="1619740"/>
            <a:ext cx="4351338" cy="43513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D581E7-8426-8EBF-6A85-DD4DC3E783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02593" y="1619740"/>
            <a:ext cx="7789406" cy="4480250"/>
          </a:xfrm>
          <a:prstGeom prst="rect">
            <a:avLst/>
          </a:prstGeom>
        </p:spPr>
      </p:pic>
      <p:sp>
        <p:nvSpPr>
          <p:cNvPr id="4" name="Title 11">
            <a:extLst>
              <a:ext uri="{FF2B5EF4-FFF2-40B4-BE49-F238E27FC236}">
                <a16:creationId xmlns:a16="http://schemas.microsoft.com/office/drawing/2014/main" id="{277232D9-4DE3-F3E9-2E78-466AE0D39CA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489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TRNSCRPT</a:t>
            </a:r>
          </a:p>
        </p:txBody>
      </p:sp>
    </p:spTree>
    <p:extLst>
      <p:ext uri="{BB962C8B-B14F-4D97-AF65-F5344CB8AC3E}">
        <p14:creationId xmlns:p14="http://schemas.microsoft.com/office/powerpoint/2010/main" val="1380276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B2AC76C-C341-ED0B-7B56-F95773FB8D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552" y="1483104"/>
            <a:ext cx="4351338" cy="43513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6E6B32-91D9-7E02-0666-DAB7AD3D21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58890" y="1248097"/>
            <a:ext cx="7733110" cy="4821351"/>
          </a:xfrm>
          <a:prstGeom prst="rect">
            <a:avLst/>
          </a:prstGeom>
        </p:spPr>
      </p:pic>
      <p:sp>
        <p:nvSpPr>
          <p:cNvPr id="5" name="Title 11">
            <a:extLst>
              <a:ext uri="{FF2B5EF4-FFF2-40B4-BE49-F238E27FC236}">
                <a16:creationId xmlns:a16="http://schemas.microsoft.com/office/drawing/2014/main" id="{2F3FEC0A-2CA3-81F6-5F6D-E31555DFD29C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489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PROT</a:t>
            </a:r>
          </a:p>
        </p:txBody>
      </p:sp>
    </p:spTree>
    <p:extLst>
      <p:ext uri="{BB962C8B-B14F-4D97-AF65-F5344CB8AC3E}">
        <p14:creationId xmlns:p14="http://schemas.microsoft.com/office/powerpoint/2010/main" val="2373736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B2AC76C-C341-ED0B-7B56-F95773FB8D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552" y="1598720"/>
            <a:ext cx="4351338" cy="43513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8532E33-A550-8905-3C94-71B41F76EE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2235" y="749080"/>
            <a:ext cx="6481565" cy="5665703"/>
          </a:xfrm>
          <a:prstGeom prst="rect">
            <a:avLst/>
          </a:prstGeom>
        </p:spPr>
      </p:pic>
      <p:sp>
        <p:nvSpPr>
          <p:cNvPr id="5" name="Title 11">
            <a:extLst>
              <a:ext uri="{FF2B5EF4-FFF2-40B4-BE49-F238E27FC236}">
                <a16:creationId xmlns:a16="http://schemas.microsoft.com/office/drawing/2014/main" id="{2DDE284F-214D-64F7-CACB-2BDB82A777B1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489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METAB</a:t>
            </a:r>
          </a:p>
        </p:txBody>
      </p:sp>
    </p:spTree>
    <p:extLst>
      <p:ext uri="{BB962C8B-B14F-4D97-AF65-F5344CB8AC3E}">
        <p14:creationId xmlns:p14="http://schemas.microsoft.com/office/powerpoint/2010/main" val="3383733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18</Words>
  <Application>Microsoft Office PowerPoint</Application>
  <PresentationFormat>Widescreen</PresentationFormat>
  <Paragraphs>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MoTrPAC PASS1B Gastrocnemius: Analysis of C-Means Clusters</vt:lpstr>
      <vt:lpstr>TRNSCRPT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MoTrPAC PASS1B Gastrocnemius: Analysis of C-Means Clusters</dc:title>
  <dc:creator>Sagendorf, Tyler J</dc:creator>
  <cp:lastModifiedBy>Sagendorf, Tyler J</cp:lastModifiedBy>
  <cp:revision>1</cp:revision>
  <dcterms:created xsi:type="dcterms:W3CDTF">2024-08-28T23:35:49Z</dcterms:created>
  <dcterms:modified xsi:type="dcterms:W3CDTF">2024-08-29T00:27:00Z</dcterms:modified>
</cp:coreProperties>
</file>